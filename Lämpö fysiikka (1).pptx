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46821-941E-0BB5-A175-19E7FE4880E5}" v="25" dt="2021-10-13T10:30:25.161"/>
    <p1510:client id="{3065B34D-2E43-5D28-67C8-AD1376A84705}" v="27" dt="2021-10-13T10:40:27.185"/>
    <p1510:client id="{7D170528-F7B8-44E2-3DB8-5EFEE3E004E5}" v="59" dt="2022-08-12T06:27:26.565"/>
    <p1510:client id="{8845DF6D-6920-2830-B8E6-6C6D46CA0C44}" v="245" dt="2022-08-10T11:52:10.425"/>
    <p1510:client id="{F86DC0DD-CA6B-44BC-81D1-0211CE8D18AA}" v="5" dt="2021-09-29T12:23:56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enia Kukkonen" userId="S::kukkkse@edu.hel.fi::b1932a39-ebf0-4eff-9f5d-a3d797239bfc" providerId="AD" clId="Web-{8845DF6D-6920-2830-B8E6-6C6D46CA0C44}"/>
    <pc:docChg chg="delSld modSld addMainMaster delMainMaster">
      <pc:chgData name="Ksenia Kukkonen" userId="S::kukkkse@edu.hel.fi::b1932a39-ebf0-4eff-9f5d-a3d797239bfc" providerId="AD" clId="Web-{8845DF6D-6920-2830-B8E6-6C6D46CA0C44}" dt="2022-08-10T11:52:10.425" v="253" actId="20577"/>
      <pc:docMkLst>
        <pc:docMk/>
      </pc:docMkLst>
      <pc:sldChg chg="addSp delSp modSp mod setBg modClrScheme addAnim delAnim setClrOvrMap delDesignElem chgLayout">
        <pc:chgData name="Ksenia Kukkonen" userId="S::kukkkse@edu.hel.fi::b1932a39-ebf0-4eff-9f5d-a3d797239bfc" providerId="AD" clId="Web-{8845DF6D-6920-2830-B8E6-6C6D46CA0C44}" dt="2022-08-10T11:48:40.425" v="229" actId="20577"/>
        <pc:sldMkLst>
          <pc:docMk/>
          <pc:sldMk cId="1817584333" sldId="256"/>
        </pc:sldMkLst>
        <pc:spChg chg="mod ord">
          <ac:chgData name="Ksenia Kukkonen" userId="S::kukkkse@edu.hel.fi::b1932a39-ebf0-4eff-9f5d-a3d797239bfc" providerId="AD" clId="Web-{8845DF6D-6920-2830-B8E6-6C6D46CA0C44}" dt="2022-08-10T11:48:40.425" v="229" actId="20577"/>
          <ac:spMkLst>
            <pc:docMk/>
            <pc:sldMk cId="1817584333" sldId="256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8:27.222" v="227"/>
          <ac:spMkLst>
            <pc:docMk/>
            <pc:sldMk cId="1817584333" sldId="256"/>
            <ac:spMk id="3" creationId="{00000000-0000-0000-0000-000000000000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56.597" v="60"/>
          <ac:spMkLst>
            <pc:docMk/>
            <pc:sldMk cId="1817584333" sldId="256"/>
            <ac:spMk id="6" creationId="{D8386171-E87D-46AB-8718-4CE2A88748BD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56.597" v="60"/>
          <ac:spMkLst>
            <pc:docMk/>
            <pc:sldMk cId="1817584333" sldId="256"/>
            <ac:spMk id="7" creationId="{207CB456-8849-413C-8210-B663779A32E0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5:58.142" v="45"/>
          <ac:spMkLst>
            <pc:docMk/>
            <pc:sldMk cId="1817584333" sldId="256"/>
            <ac:spMk id="8" creationId="{FFD48BC7-DC40-47DE-87EE-9F4B6ECB9ABB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5.393" v="58"/>
          <ac:spMkLst>
            <pc:docMk/>
            <pc:sldMk cId="1817584333" sldId="256"/>
            <ac:spMk id="9" creationId="{C1DD1A8A-57D5-4A81-AD04-532B043C5611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5:58.142" v="45"/>
          <ac:spMkLst>
            <pc:docMk/>
            <pc:sldMk cId="1817584333" sldId="256"/>
            <ac:spMk id="10" creationId="{E502BBC7-2C76-46F3-BC24-5985BC13DB88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5.393" v="58"/>
          <ac:spMkLst>
            <pc:docMk/>
            <pc:sldMk cId="1817584333" sldId="256"/>
            <ac:spMk id="11" creationId="{007891EC-4501-44ED-A8C8-B11B6DB767AB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5:58.142" v="45"/>
          <ac:spMkLst>
            <pc:docMk/>
            <pc:sldMk cId="1817584333" sldId="256"/>
            <ac:spMk id="12" creationId="{C7F28D52-2A5F-4D23-81AE-7CB8B591C7AF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5:47.158" v="39"/>
          <ac:spMkLst>
            <pc:docMk/>
            <pc:sldMk cId="1817584333" sldId="256"/>
            <ac:spMk id="13" creationId="{71B2258F-86CA-4D4D-8270-BC05FCDEBFB3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56.597" v="60"/>
          <ac:spMkLst>
            <pc:docMk/>
            <pc:sldMk cId="1817584333" sldId="256"/>
            <ac:spMk id="15" creationId="{E513936D-D1EB-4E42-A97F-942BA1F3DFA7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5:53.361" v="43"/>
          <ac:spMkLst>
            <pc:docMk/>
            <pc:sldMk cId="1817584333" sldId="256"/>
            <ac:spMk id="16" creationId="{71B2258F-86CA-4D4D-8270-BC05FCDEBFB3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5:58.142" v="45"/>
          <ac:spMkLst>
            <pc:docMk/>
            <pc:sldMk cId="1817584333" sldId="256"/>
            <ac:spMk id="19" creationId="{3629484E-3792-4B3D-89AD-7C8A1ED0E0D4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8:22.784" v="68"/>
          <ac:spMkLst>
            <pc:docMk/>
            <pc:sldMk cId="1817584333" sldId="256"/>
            <ac:spMk id="20" creationId="{71B2258F-86CA-4D4D-8270-BC05FCDEBFB3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6:15.877" v="49"/>
          <ac:spMkLst>
            <pc:docMk/>
            <pc:sldMk cId="1817584333" sldId="256"/>
            <ac:spMk id="21" creationId="{71B2258F-86CA-4D4D-8270-BC05FCDEBFB3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2.346" v="53"/>
          <ac:spMkLst>
            <pc:docMk/>
            <pc:sldMk cId="1817584333" sldId="256"/>
            <ac:spMk id="24" creationId="{934F1179-B481-4F9E-BCA3-AFB972070F83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2.346" v="53"/>
          <ac:spMkLst>
            <pc:docMk/>
            <pc:sldMk cId="1817584333" sldId="256"/>
            <ac:spMk id="25" creationId="{827DC2C4-B485-428A-BF4A-472D2967F47F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2.346" v="53"/>
          <ac:spMkLst>
            <pc:docMk/>
            <pc:sldMk cId="1817584333" sldId="256"/>
            <ac:spMk id="26" creationId="{EE04B5EB-F158-4507-90DD-BD23620C7CC9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8:22.769" v="67"/>
          <ac:spMkLst>
            <pc:docMk/>
            <pc:sldMk cId="1817584333" sldId="256"/>
            <ac:spMk id="28" creationId="{C1DD1A8A-57D5-4A81-AD04-532B043C5611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8:22.769" v="67"/>
          <ac:spMkLst>
            <pc:docMk/>
            <pc:sldMk cId="1817584333" sldId="256"/>
            <ac:spMk id="30" creationId="{007891EC-4501-44ED-A8C8-B11B6DB767AB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1.768" v="52"/>
          <ac:spMkLst>
            <pc:docMk/>
            <pc:sldMk cId="1817584333" sldId="256"/>
            <ac:spMk id="31" creationId="{93245F62-CCC4-49E4-B95B-EA6C1E790510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7:01.768" v="52"/>
          <ac:spMkLst>
            <pc:docMk/>
            <pc:sldMk cId="1817584333" sldId="256"/>
            <ac:spMk id="33" creationId="{E6C0DD6B-6AA3-448F-9B99-8386295BC1B4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817584333" sldId="256"/>
            <ac:spMk id="34" creationId="{C5CB530E-515E-412C-9DF1-5F8FFBD6F383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817584333" sldId="256"/>
            <ac:spMk id="35" creationId="{464EC53C-35C4-4E84-AFE2-A7D081852617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817584333" sldId="256"/>
            <ac:spMk id="36" creationId="{712D4376-A578-4FF1-94FC-245E7A6A489F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817584333" sldId="256"/>
            <ac:spMk id="37" creationId="{9A3F5928-D955-456A-97B5-AA390B8CE9D5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817584333" sldId="256"/>
            <ac:spMk id="38" creationId="{AEA7509D-F04F-40CB-A0B3-EEF16499CC9F}"/>
          </ac:spMkLst>
        </pc:spChg>
        <pc:picChg chg="add del mod ord">
          <ac:chgData name="Ksenia Kukkonen" userId="S::kukkkse@edu.hel.fi::b1932a39-ebf0-4eff-9f5d-a3d797239bfc" providerId="AD" clId="Web-{8845DF6D-6920-2830-B8E6-6C6D46CA0C44}" dt="2022-08-10T10:37:05.393" v="58"/>
          <ac:picMkLst>
            <pc:docMk/>
            <pc:sldMk cId="1817584333" sldId="256"/>
            <ac:picMk id="5" creationId="{0E1A9A79-F146-CFE4-C5E1-43386CFCF8E7}"/>
          </ac:picMkLst>
        </pc:picChg>
        <pc:picChg chg="add del">
          <ac:chgData name="Ksenia Kukkonen" userId="S::kukkkse@edu.hel.fi::b1932a39-ebf0-4eff-9f5d-a3d797239bfc" providerId="AD" clId="Web-{8845DF6D-6920-2830-B8E6-6C6D46CA0C44}" dt="2022-08-10T10:35:47.158" v="39"/>
          <ac:picMkLst>
            <pc:docMk/>
            <pc:sldMk cId="1817584333" sldId="256"/>
            <ac:picMk id="14" creationId="{DAA56C4D-CDF4-54BF-ED03-B556A8F9CD0C}"/>
          </ac:picMkLst>
        </pc:picChg>
        <pc:picChg chg="add del">
          <ac:chgData name="Ksenia Kukkonen" userId="S::kukkkse@edu.hel.fi::b1932a39-ebf0-4eff-9f5d-a3d797239bfc" providerId="AD" clId="Web-{8845DF6D-6920-2830-B8E6-6C6D46CA0C44}" dt="2022-08-10T10:35:53.361" v="43"/>
          <ac:picMkLst>
            <pc:docMk/>
            <pc:sldMk cId="1817584333" sldId="256"/>
            <ac:picMk id="17" creationId="{69570E7C-D905-0408-C345-07EEA6E8B719}"/>
          </ac:picMkLst>
        </pc:picChg>
        <pc:picChg chg="add del">
          <ac:chgData name="Ksenia Kukkonen" userId="S::kukkkse@edu.hel.fi::b1932a39-ebf0-4eff-9f5d-a3d797239bfc" providerId="AD" clId="Web-{8845DF6D-6920-2830-B8E6-6C6D46CA0C44}" dt="2022-08-10T10:36:15.877" v="49"/>
          <ac:picMkLst>
            <pc:docMk/>
            <pc:sldMk cId="1817584333" sldId="256"/>
            <ac:picMk id="22" creationId="{69570E7C-D905-0408-C345-07EEA6E8B719}"/>
          </ac:picMkLst>
        </pc:picChg>
        <pc:picChg chg="add mod ord">
          <ac:chgData name="Ksenia Kukkonen" userId="S::kukkkse@edu.hel.fi::b1932a39-ebf0-4eff-9f5d-a3d797239bfc" providerId="AD" clId="Web-{8845DF6D-6920-2830-B8E6-6C6D46CA0C44}" dt="2022-08-10T11:48:27.222" v="227"/>
          <ac:picMkLst>
            <pc:docMk/>
            <pc:sldMk cId="1817584333" sldId="256"/>
            <ac:picMk id="23" creationId="{CF0A1100-A673-88FC-90F8-C7F58DD33B01}"/>
          </ac:picMkLst>
        </pc:picChg>
        <pc:cxnChg chg="add del">
          <ac:chgData name="Ksenia Kukkonen" userId="S::kukkkse@edu.hel.fi::b1932a39-ebf0-4eff-9f5d-a3d797239bfc" providerId="AD" clId="Web-{8845DF6D-6920-2830-B8E6-6C6D46CA0C44}" dt="2022-08-10T10:37:56.597" v="60"/>
          <ac:cxnSpMkLst>
            <pc:docMk/>
            <pc:sldMk cId="1817584333" sldId="256"/>
            <ac:cxnSpMk id="18" creationId="{AFA75EE9-0DE4-4982-A870-290AD61EAAD7}"/>
          </ac:cxnSpMkLst>
        </pc:cxnChg>
        <pc:cxnChg chg="add del">
          <ac:chgData name="Ksenia Kukkonen" userId="S::kukkkse@edu.hel.fi::b1932a39-ebf0-4eff-9f5d-a3d797239bfc" providerId="AD" clId="Web-{8845DF6D-6920-2830-B8E6-6C6D46CA0C44}" dt="2022-08-10T10:39:25.082" v="69"/>
          <ac:cxnSpMkLst>
            <pc:docMk/>
            <pc:sldMk cId="1817584333" sldId="256"/>
            <ac:cxnSpMk id="32" creationId="{56020367-4FD5-4596-8E10-C5F095CD8DBF}"/>
          </ac:cxnSpMkLst>
        </pc:cxnChg>
      </pc:sldChg>
      <pc:sldChg chg="del">
        <pc:chgData name="Ksenia Kukkonen" userId="S::kukkkse@edu.hel.fi::b1932a39-ebf0-4eff-9f5d-a3d797239bfc" providerId="AD" clId="Web-{8845DF6D-6920-2830-B8E6-6C6D46CA0C44}" dt="2022-08-10T10:27:45.917" v="0"/>
        <pc:sldMkLst>
          <pc:docMk/>
          <pc:sldMk cId="1394851538" sldId="258"/>
        </pc:sldMkLst>
      </pc:sldChg>
      <pc:sldChg chg="addSp modSp mod setBg modClrScheme chgLayout">
        <pc:chgData name="Ksenia Kukkonen" userId="S::kukkkse@edu.hel.fi::b1932a39-ebf0-4eff-9f5d-a3d797239bfc" providerId="AD" clId="Web-{8845DF6D-6920-2830-B8E6-6C6D46CA0C44}" dt="2022-08-10T11:48:53.941" v="231" actId="20577"/>
        <pc:sldMkLst>
          <pc:docMk/>
          <pc:sldMk cId="3856952363" sldId="259"/>
        </pc:sldMkLst>
        <pc:spChg chg="mod ord">
          <ac:chgData name="Ksenia Kukkonen" userId="S::kukkkse@edu.hel.fi::b1932a39-ebf0-4eff-9f5d-a3d797239bfc" providerId="AD" clId="Web-{8845DF6D-6920-2830-B8E6-6C6D46CA0C44}" dt="2022-08-10T10:39:42.176" v="70"/>
          <ac:spMkLst>
            <pc:docMk/>
            <pc:sldMk cId="3856952363" sldId="259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8:53.941" v="231" actId="20577"/>
          <ac:spMkLst>
            <pc:docMk/>
            <pc:sldMk cId="3856952363" sldId="259"/>
            <ac:spMk id="3" creationId="{00000000-0000-0000-0000-000000000000}"/>
          </ac:spMkLst>
        </pc:spChg>
        <pc:picChg chg="add">
          <ac:chgData name="Ksenia Kukkonen" userId="S::kukkkse@edu.hel.fi::b1932a39-ebf0-4eff-9f5d-a3d797239bfc" providerId="AD" clId="Web-{8845DF6D-6920-2830-B8E6-6C6D46CA0C44}" dt="2022-08-10T10:39:42.176" v="70"/>
          <ac:picMkLst>
            <pc:docMk/>
            <pc:sldMk cId="3856952363" sldId="259"/>
            <ac:picMk id="5" creationId="{3F504E81-375D-F00A-0AF3-9C7F629E5E4D}"/>
          </ac:picMkLst>
        </pc:picChg>
      </pc:sldChg>
      <pc:sldChg chg="modSp mod modClrScheme chgLayout">
        <pc:chgData name="Ksenia Kukkonen" userId="S::kukkkse@edu.hel.fi::b1932a39-ebf0-4eff-9f5d-a3d797239bfc" providerId="AD" clId="Web-{8845DF6D-6920-2830-B8E6-6C6D46CA0C44}" dt="2022-08-10T10:39:25.082" v="69"/>
        <pc:sldMkLst>
          <pc:docMk/>
          <pc:sldMk cId="2669311673" sldId="260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2669311673" sldId="260"/>
            <ac:spMk id="2" creationId="{00000000-0000-0000-0000-000000000000}"/>
          </ac:spMkLst>
        </pc:spChg>
        <pc:spChg chg="mod">
          <ac:chgData name="Ksenia Kukkonen" userId="S::kukkkse@edu.hel.fi::b1932a39-ebf0-4eff-9f5d-a3d797239bfc" providerId="AD" clId="Web-{8845DF6D-6920-2830-B8E6-6C6D46CA0C44}" dt="2022-08-10T10:28:46.027" v="1" actId="1076"/>
          <ac:spMkLst>
            <pc:docMk/>
            <pc:sldMk cId="2669311673" sldId="260"/>
            <ac:spMk id="13" creationId="{00000000-0000-0000-0000-000000000000}"/>
          </ac:spMkLst>
        </pc:spChg>
        <pc:picChg chg="mod ord">
          <ac:chgData name="Ksenia Kukkonen" userId="S::kukkkse@edu.hel.fi::b1932a39-ebf0-4eff-9f5d-a3d797239bfc" providerId="AD" clId="Web-{8845DF6D-6920-2830-B8E6-6C6D46CA0C44}" dt="2022-08-10T10:39:25.082" v="69"/>
          <ac:picMkLst>
            <pc:docMk/>
            <pc:sldMk cId="2669311673" sldId="260"/>
            <ac:picMk id="10" creationId="{00000000-0000-0000-0000-000000000000}"/>
          </ac:picMkLst>
        </pc:picChg>
      </pc:sldChg>
      <pc:sldChg chg="modSp mod modClrScheme chgLayout">
        <pc:chgData name="Ksenia Kukkonen" userId="S::kukkkse@edu.hel.fi::b1932a39-ebf0-4eff-9f5d-a3d797239bfc" providerId="AD" clId="Web-{8845DF6D-6920-2830-B8E6-6C6D46CA0C44}" dt="2022-08-10T11:48:59.456" v="233" actId="20577"/>
        <pc:sldMkLst>
          <pc:docMk/>
          <pc:sldMk cId="4249208743" sldId="261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4249208743" sldId="261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8:59.456" v="233" actId="20577"/>
          <ac:spMkLst>
            <pc:docMk/>
            <pc:sldMk cId="4249208743" sldId="261"/>
            <ac:spMk id="3" creationId="{00000000-0000-0000-0000-000000000000}"/>
          </ac:spMkLst>
        </pc:spChg>
      </pc:sldChg>
      <pc:sldChg chg="modSp mod modClrScheme chgLayout">
        <pc:chgData name="Ksenia Kukkonen" userId="S::kukkkse@edu.hel.fi::b1932a39-ebf0-4eff-9f5d-a3d797239bfc" providerId="AD" clId="Web-{8845DF6D-6920-2830-B8E6-6C6D46CA0C44}" dt="2022-08-10T11:49:06.769" v="234" actId="20577"/>
        <pc:sldMkLst>
          <pc:docMk/>
          <pc:sldMk cId="3650973938" sldId="262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3650973938" sldId="262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9:06.769" v="234" actId="20577"/>
          <ac:spMkLst>
            <pc:docMk/>
            <pc:sldMk cId="3650973938" sldId="262"/>
            <ac:spMk id="3" creationId="{00000000-0000-0000-0000-000000000000}"/>
          </ac:spMkLst>
        </pc:spChg>
      </pc:sldChg>
      <pc:sldChg chg="modSp mod modClrScheme chgLayout">
        <pc:chgData name="Ksenia Kukkonen" userId="S::kukkkse@edu.hel.fi::b1932a39-ebf0-4eff-9f5d-a3d797239bfc" providerId="AD" clId="Web-{8845DF6D-6920-2830-B8E6-6C6D46CA0C44}" dt="2022-08-10T11:49:29.300" v="238" actId="14100"/>
        <pc:sldMkLst>
          <pc:docMk/>
          <pc:sldMk cId="2381608197" sldId="263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2381608197" sldId="263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9:29.300" v="238" actId="14100"/>
          <ac:spMkLst>
            <pc:docMk/>
            <pc:sldMk cId="2381608197" sldId="263"/>
            <ac:spMk id="3" creationId="{00000000-0000-0000-0000-000000000000}"/>
          </ac:spMkLst>
        </pc:spChg>
      </pc:sldChg>
      <pc:sldChg chg="modSp mod modClrScheme chgLayout">
        <pc:chgData name="Ksenia Kukkonen" userId="S::kukkkse@edu.hel.fi::b1932a39-ebf0-4eff-9f5d-a3d797239bfc" providerId="AD" clId="Web-{8845DF6D-6920-2830-B8E6-6C6D46CA0C44}" dt="2022-08-10T10:45:12.711" v="131" actId="14100"/>
        <pc:sldMkLst>
          <pc:docMk/>
          <pc:sldMk cId="1886539015" sldId="264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886539015" sldId="264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0:45:12.711" v="131" actId="14100"/>
          <ac:spMkLst>
            <pc:docMk/>
            <pc:sldMk cId="1886539015" sldId="264"/>
            <ac:spMk id="3" creationId="{00000000-0000-0000-0000-000000000000}"/>
          </ac:spMkLst>
        </pc:spChg>
      </pc:sldChg>
      <pc:sldChg chg="addSp delSp modSp mod setBg modClrScheme chgLayout">
        <pc:chgData name="Ksenia Kukkonen" userId="S::kukkkse@edu.hel.fi::b1932a39-ebf0-4eff-9f5d-a3d797239bfc" providerId="AD" clId="Web-{8845DF6D-6920-2830-B8E6-6C6D46CA0C44}" dt="2022-08-10T10:48:07.760" v="157" actId="1076"/>
        <pc:sldMkLst>
          <pc:docMk/>
          <pc:sldMk cId="647104116" sldId="265"/>
        </pc:sldMkLst>
        <pc:spChg chg="mod ord">
          <ac:chgData name="Ksenia Kukkonen" userId="S::kukkkse@edu.hel.fi::b1932a39-ebf0-4eff-9f5d-a3d797239bfc" providerId="AD" clId="Web-{8845DF6D-6920-2830-B8E6-6C6D46CA0C44}" dt="2022-08-10T10:47:44.651" v="156"/>
          <ac:spMkLst>
            <pc:docMk/>
            <pc:sldMk cId="647104116" sldId="265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0:47:44.651" v="156"/>
          <ac:spMkLst>
            <pc:docMk/>
            <pc:sldMk cId="647104116" sldId="265"/>
            <ac:spMk id="3" creationId="{00000000-0000-0000-0000-000000000000}"/>
          </ac:spMkLst>
        </pc:spChg>
        <pc:spChg chg="add del">
          <ac:chgData name="Ksenia Kukkonen" userId="S::kukkkse@edu.hel.fi::b1932a39-ebf0-4eff-9f5d-a3d797239bfc" providerId="AD" clId="Web-{8845DF6D-6920-2830-B8E6-6C6D46CA0C44}" dt="2022-08-10T10:47:42.198" v="154"/>
          <ac:spMkLst>
            <pc:docMk/>
            <pc:sldMk cId="647104116" sldId="265"/>
            <ac:spMk id="9" creationId="{D6EA1A26-163F-4F15-91F4-F2C51AC9C106}"/>
          </ac:spMkLst>
        </pc:spChg>
        <pc:picChg chg="mod">
          <ac:chgData name="Ksenia Kukkonen" userId="S::kukkkse@edu.hel.fi::b1932a39-ebf0-4eff-9f5d-a3d797239bfc" providerId="AD" clId="Web-{8845DF6D-6920-2830-B8E6-6C6D46CA0C44}" dt="2022-08-10T10:48:07.760" v="157" actId="1076"/>
          <ac:picMkLst>
            <pc:docMk/>
            <pc:sldMk cId="647104116" sldId="265"/>
            <ac:picMk id="4" creationId="{00000000-0000-0000-0000-000000000000}"/>
          </ac:picMkLst>
        </pc:picChg>
      </pc:sldChg>
      <pc:sldChg chg="del">
        <pc:chgData name="Ksenia Kukkonen" userId="S::kukkkse@edu.hel.fi::b1932a39-ebf0-4eff-9f5d-a3d797239bfc" providerId="AD" clId="Web-{8845DF6D-6920-2830-B8E6-6C6D46CA0C44}" dt="2022-08-10T10:28:53.481" v="2"/>
        <pc:sldMkLst>
          <pc:docMk/>
          <pc:sldMk cId="47892753" sldId="266"/>
        </pc:sldMkLst>
      </pc:sldChg>
      <pc:sldChg chg="modSp mod modClrScheme chgLayout">
        <pc:chgData name="Ksenia Kukkonen" userId="S::kukkkse@edu.hel.fi::b1932a39-ebf0-4eff-9f5d-a3d797239bfc" providerId="AD" clId="Web-{8845DF6D-6920-2830-B8E6-6C6D46CA0C44}" dt="2022-08-10T10:58:21.612" v="158" actId="1076"/>
        <pc:sldMkLst>
          <pc:docMk/>
          <pc:sldMk cId="1222987801" sldId="267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222987801" sldId="267"/>
            <ac:spMk id="2" creationId="{00000000-0000-0000-0000-000000000000}"/>
          </ac:spMkLst>
        </pc:spChg>
        <pc:picChg chg="mod ord">
          <ac:chgData name="Ksenia Kukkonen" userId="S::kukkkse@edu.hel.fi::b1932a39-ebf0-4eff-9f5d-a3d797239bfc" providerId="AD" clId="Web-{8845DF6D-6920-2830-B8E6-6C6D46CA0C44}" dt="2022-08-10T10:58:21.612" v="158" actId="1076"/>
          <ac:picMkLst>
            <pc:docMk/>
            <pc:sldMk cId="1222987801" sldId="267"/>
            <ac:picMk id="4" creationId="{00000000-0000-0000-0000-000000000000}"/>
          </ac:picMkLst>
        </pc:picChg>
      </pc:sldChg>
      <pc:sldChg chg="modSp mod modClrScheme addAnim modAnim chgLayout">
        <pc:chgData name="Ksenia Kukkonen" userId="S::kukkkse@edu.hel.fi::b1932a39-ebf0-4eff-9f5d-a3d797239bfc" providerId="AD" clId="Web-{8845DF6D-6920-2830-B8E6-6C6D46CA0C44}" dt="2022-08-10T10:59:12.050" v="165"/>
        <pc:sldMkLst>
          <pc:docMk/>
          <pc:sldMk cId="2745679447" sldId="268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2745679447" sldId="268"/>
            <ac:spMk id="2" creationId="{00000000-0000-0000-0000-000000000000}"/>
          </ac:spMkLst>
        </pc:spChg>
        <pc:spChg chg="mod">
          <ac:chgData name="Ksenia Kukkonen" userId="S::kukkkse@edu.hel.fi::b1932a39-ebf0-4eff-9f5d-a3d797239bfc" providerId="AD" clId="Web-{8845DF6D-6920-2830-B8E6-6C6D46CA0C44}" dt="2022-08-10T10:58:29.737" v="159" actId="14100"/>
          <ac:spMkLst>
            <pc:docMk/>
            <pc:sldMk cId="2745679447" sldId="268"/>
            <ac:spMk id="5" creationId="{00000000-0000-0000-0000-000000000000}"/>
          </ac:spMkLst>
        </pc:spChg>
        <pc:spChg chg="mod">
          <ac:chgData name="Ksenia Kukkonen" userId="S::kukkkse@edu.hel.fi::b1932a39-ebf0-4eff-9f5d-a3d797239bfc" providerId="AD" clId="Web-{8845DF6D-6920-2830-B8E6-6C6D46CA0C44}" dt="2022-08-10T10:58:32.877" v="160" actId="14100"/>
          <ac:spMkLst>
            <pc:docMk/>
            <pc:sldMk cId="2745679447" sldId="268"/>
            <ac:spMk id="6" creationId="{00000000-0000-0000-0000-000000000000}"/>
          </ac:spMkLst>
        </pc:spChg>
        <pc:picChg chg="mod ord">
          <ac:chgData name="Ksenia Kukkonen" userId="S::kukkkse@edu.hel.fi::b1932a39-ebf0-4eff-9f5d-a3d797239bfc" providerId="AD" clId="Web-{8845DF6D-6920-2830-B8E6-6C6D46CA0C44}" dt="2022-08-10T10:58:53.331" v="161" actId="1076"/>
          <ac:picMkLst>
            <pc:docMk/>
            <pc:sldMk cId="2745679447" sldId="268"/>
            <ac:picMk id="4" creationId="{00000000-0000-0000-0000-000000000000}"/>
          </ac:picMkLst>
        </pc:picChg>
      </pc:sldChg>
      <pc:sldChg chg="modSp mod modClrScheme chgLayout">
        <pc:chgData name="Ksenia Kukkonen" userId="S::kukkkse@edu.hel.fi::b1932a39-ebf0-4eff-9f5d-a3d797239bfc" providerId="AD" clId="Web-{8845DF6D-6920-2830-B8E6-6C6D46CA0C44}" dt="2022-08-10T11:49:53.628" v="241" actId="20577"/>
        <pc:sldMkLst>
          <pc:docMk/>
          <pc:sldMk cId="1277890259" sldId="269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277890259" sldId="269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9:53.628" v="241" actId="20577"/>
          <ac:spMkLst>
            <pc:docMk/>
            <pc:sldMk cId="1277890259" sldId="269"/>
            <ac:spMk id="3" creationId="{00000000-0000-0000-0000-000000000000}"/>
          </ac:spMkLst>
        </pc:spChg>
      </pc:sldChg>
      <pc:sldChg chg="modSp mod modClrScheme chgLayout">
        <pc:chgData name="Ksenia Kukkonen" userId="S::kukkkse@edu.hel.fi::b1932a39-ebf0-4eff-9f5d-a3d797239bfc" providerId="AD" clId="Web-{8845DF6D-6920-2830-B8E6-6C6D46CA0C44}" dt="2022-08-10T11:47:48.097" v="226" actId="20577"/>
        <pc:sldMkLst>
          <pc:docMk/>
          <pc:sldMk cId="4151923082" sldId="270"/>
        </pc:sldMkLst>
        <pc:spChg chg="mod ord">
          <ac:chgData name="Ksenia Kukkonen" userId="S::kukkkse@edu.hel.fi::b1932a39-ebf0-4eff-9f5d-a3d797239bfc" providerId="AD" clId="Web-{8845DF6D-6920-2830-B8E6-6C6D46CA0C44}" dt="2022-08-10T11:47:48.097" v="226" actId="20577"/>
          <ac:spMkLst>
            <pc:docMk/>
            <pc:sldMk cId="4151923082" sldId="270"/>
            <ac:spMk id="2" creationId="{00000000-0000-0000-0000-000000000000}"/>
          </ac:spMkLst>
        </pc:spChg>
        <pc:picChg chg="mod ord">
          <ac:chgData name="Ksenia Kukkonen" userId="S::kukkkse@edu.hel.fi::b1932a39-ebf0-4eff-9f5d-a3d797239bfc" providerId="AD" clId="Web-{8845DF6D-6920-2830-B8E6-6C6D46CA0C44}" dt="2022-08-10T11:00:26.394" v="184" actId="14100"/>
          <ac:picMkLst>
            <pc:docMk/>
            <pc:sldMk cId="4151923082" sldId="270"/>
            <ac:picMk id="4" creationId="{00000000-0000-0000-0000-000000000000}"/>
          </ac:picMkLst>
        </pc:picChg>
      </pc:sldChg>
      <pc:sldChg chg="modSp mod modClrScheme chgLayout">
        <pc:chgData name="Ksenia Kukkonen" userId="S::kukkkse@edu.hel.fi::b1932a39-ebf0-4eff-9f5d-a3d797239bfc" providerId="AD" clId="Web-{8845DF6D-6920-2830-B8E6-6C6D46CA0C44}" dt="2022-08-10T11:50:11.081" v="245" actId="20577"/>
        <pc:sldMkLst>
          <pc:docMk/>
          <pc:sldMk cId="3524125597" sldId="271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3524125597" sldId="271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50:11.081" v="245" actId="20577"/>
          <ac:spMkLst>
            <pc:docMk/>
            <pc:sldMk cId="3524125597" sldId="271"/>
            <ac:spMk id="3" creationId="{00000000-0000-0000-0000-000000000000}"/>
          </ac:spMkLst>
        </pc:spChg>
      </pc:sldChg>
      <pc:sldChg chg="modSp mod modClrScheme modShow chgLayout">
        <pc:chgData name="Ksenia Kukkonen" userId="S::kukkkse@edu.hel.fi::b1932a39-ebf0-4eff-9f5d-a3d797239bfc" providerId="AD" clId="Web-{8845DF6D-6920-2830-B8E6-6C6D46CA0C44}" dt="2022-08-10T10:39:25.082" v="69"/>
        <pc:sldMkLst>
          <pc:docMk/>
          <pc:sldMk cId="3158801654" sldId="272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3158801654" sldId="272"/>
            <ac:spMk id="2" creationId="{00000000-0000-0000-0000-000000000000}"/>
          </ac:spMkLst>
        </pc:spChg>
        <pc:spChg chg="mod">
          <ac:chgData name="Ksenia Kukkonen" userId="S::kukkkse@edu.hel.fi::b1932a39-ebf0-4eff-9f5d-a3d797239bfc" providerId="AD" clId="Web-{8845DF6D-6920-2830-B8E6-6C6D46CA0C44}" dt="2022-08-10T10:29:51.981" v="17" actId="20577"/>
          <ac:spMkLst>
            <pc:docMk/>
            <pc:sldMk cId="3158801654" sldId="272"/>
            <ac:spMk id="6" creationId="{00000000-0000-0000-0000-000000000000}"/>
          </ac:spMkLst>
        </pc:spChg>
        <pc:picChg chg="mod ord">
          <ac:chgData name="Ksenia Kukkonen" userId="S::kukkkse@edu.hel.fi::b1932a39-ebf0-4eff-9f5d-a3d797239bfc" providerId="AD" clId="Web-{8845DF6D-6920-2830-B8E6-6C6D46CA0C44}" dt="2022-08-10T10:39:25.082" v="69"/>
          <ac:picMkLst>
            <pc:docMk/>
            <pc:sldMk cId="3158801654" sldId="272"/>
            <ac:picMk id="4" creationId="{00000000-0000-0000-0000-000000000000}"/>
          </ac:picMkLst>
        </pc:picChg>
      </pc:sldChg>
      <pc:sldChg chg="modSp mod modClrScheme chgLayout">
        <pc:chgData name="Ksenia Kukkonen" userId="S::kukkkse@edu.hel.fi::b1932a39-ebf0-4eff-9f5d-a3d797239bfc" providerId="AD" clId="Web-{8845DF6D-6920-2830-B8E6-6C6D46CA0C44}" dt="2022-08-10T11:51:54.441" v="250" actId="20577"/>
        <pc:sldMkLst>
          <pc:docMk/>
          <pc:sldMk cId="1987062618" sldId="273"/>
        </pc:sldMkLst>
        <pc:spChg chg="mod ord">
          <ac:chgData name="Ksenia Kukkonen" userId="S::kukkkse@edu.hel.fi::b1932a39-ebf0-4eff-9f5d-a3d797239bfc" providerId="AD" clId="Web-{8845DF6D-6920-2830-B8E6-6C6D46CA0C44}" dt="2022-08-10T11:51:54.441" v="250" actId="20577"/>
          <ac:spMkLst>
            <pc:docMk/>
            <pc:sldMk cId="1987062618" sldId="273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50:18.019" v="246" actId="20577"/>
          <ac:spMkLst>
            <pc:docMk/>
            <pc:sldMk cId="1987062618" sldId="273"/>
            <ac:spMk id="3" creationId="{00000000-0000-0000-0000-000000000000}"/>
          </ac:spMkLst>
        </pc:spChg>
      </pc:sldChg>
      <pc:sldChg chg="addSp delSp modSp mod modClrScheme chgLayout">
        <pc:chgData name="Ksenia Kukkonen" userId="S::kukkkse@edu.hel.fi::b1932a39-ebf0-4eff-9f5d-a3d797239bfc" providerId="AD" clId="Web-{8845DF6D-6920-2830-B8E6-6C6D46CA0C44}" dt="2022-08-10T11:51:45.925" v="248"/>
        <pc:sldMkLst>
          <pc:docMk/>
          <pc:sldMk cId="55147734" sldId="274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55147734" sldId="274"/>
            <ac:spMk id="2" creationId="{00000000-0000-0000-0000-000000000000}"/>
          </ac:spMkLst>
        </pc:spChg>
        <pc:spChg chg="add del mod ord">
          <ac:chgData name="Ksenia Kukkonen" userId="S::kukkkse@edu.hel.fi::b1932a39-ebf0-4eff-9f5d-a3d797239bfc" providerId="AD" clId="Web-{8845DF6D-6920-2830-B8E6-6C6D46CA0C44}" dt="2022-08-10T11:51:45.925" v="248"/>
          <ac:spMkLst>
            <pc:docMk/>
            <pc:sldMk cId="55147734" sldId="274"/>
            <ac:spMk id="3" creationId="{00000000-0000-0000-0000-000000000000}"/>
          </ac:spMkLst>
        </pc:spChg>
        <pc:graphicFrameChg chg="add del">
          <ac:chgData name="Ksenia Kukkonen" userId="S::kukkkse@edu.hel.fi::b1932a39-ebf0-4eff-9f5d-a3d797239bfc" providerId="AD" clId="Web-{8845DF6D-6920-2830-B8E6-6C6D46CA0C44}" dt="2022-08-10T11:51:45.925" v="248"/>
          <ac:graphicFrameMkLst>
            <pc:docMk/>
            <pc:sldMk cId="55147734" sldId="274"/>
            <ac:graphicFrameMk id="11" creationId="{CCCB866B-FB24-DDB3-5691-FC7C8317AA6A}"/>
          </ac:graphicFrameMkLst>
        </pc:graphicFrameChg>
      </pc:sldChg>
      <pc:sldChg chg="modSp mod modClrScheme chgLayout">
        <pc:chgData name="Ksenia Kukkonen" userId="S::kukkkse@edu.hel.fi::b1932a39-ebf0-4eff-9f5d-a3d797239bfc" providerId="AD" clId="Web-{8845DF6D-6920-2830-B8E6-6C6D46CA0C44}" dt="2022-08-10T10:39:25.082" v="69"/>
        <pc:sldMkLst>
          <pc:docMk/>
          <pc:sldMk cId="1623908038" sldId="275"/>
        </pc:sldMkLst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623908038" sldId="275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1623908038" sldId="275"/>
            <ac:spMk id="3" creationId="{00000000-0000-0000-0000-000000000000}"/>
          </ac:spMkLst>
        </pc:spChg>
      </pc:sldChg>
      <pc:sldChg chg="addSp modSp mod setBg modClrScheme chgLayout">
        <pc:chgData name="Ksenia Kukkonen" userId="S::kukkkse@edu.hel.fi::b1932a39-ebf0-4eff-9f5d-a3d797239bfc" providerId="AD" clId="Web-{8845DF6D-6920-2830-B8E6-6C6D46CA0C44}" dt="2022-08-10T10:46:52.619" v="152" actId="20577"/>
        <pc:sldMkLst>
          <pc:docMk/>
          <pc:sldMk cId="276275291" sldId="276"/>
        </pc:sldMkLst>
        <pc:spChg chg="mod ord">
          <ac:chgData name="Ksenia Kukkonen" userId="S::kukkkse@edu.hel.fi::b1932a39-ebf0-4eff-9f5d-a3d797239bfc" providerId="AD" clId="Web-{8845DF6D-6920-2830-B8E6-6C6D46CA0C44}" dt="2022-08-10T10:46:31.697" v="145"/>
          <ac:spMkLst>
            <pc:docMk/>
            <pc:sldMk cId="276275291" sldId="276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0:46:52.619" v="152" actId="20577"/>
          <ac:spMkLst>
            <pc:docMk/>
            <pc:sldMk cId="276275291" sldId="276"/>
            <ac:spMk id="3" creationId="{00000000-0000-0000-0000-000000000000}"/>
          </ac:spMkLst>
        </pc:spChg>
        <pc:spChg chg="add">
          <ac:chgData name="Ksenia Kukkonen" userId="S::kukkkse@edu.hel.fi::b1932a39-ebf0-4eff-9f5d-a3d797239bfc" providerId="AD" clId="Web-{8845DF6D-6920-2830-B8E6-6C6D46CA0C44}" dt="2022-08-10T10:46:31.697" v="145"/>
          <ac:spMkLst>
            <pc:docMk/>
            <pc:sldMk cId="276275291" sldId="276"/>
            <ac:spMk id="9" creationId="{B5C3FE1E-0A7F-41BE-A568-1BF85E2E8DD8}"/>
          </ac:spMkLst>
        </pc:spChg>
        <pc:picChg chg="mod">
          <ac:chgData name="Ksenia Kukkonen" userId="S::kukkkse@edu.hel.fi::b1932a39-ebf0-4eff-9f5d-a3d797239bfc" providerId="AD" clId="Web-{8845DF6D-6920-2830-B8E6-6C6D46CA0C44}" dt="2022-08-10T10:46:31.697" v="145"/>
          <ac:picMkLst>
            <pc:docMk/>
            <pc:sldMk cId="276275291" sldId="276"/>
            <ac:picMk id="4" creationId="{00000000-0000-0000-0000-000000000000}"/>
          </ac:picMkLst>
        </pc:picChg>
      </pc:sldChg>
      <pc:sldChg chg="modSp mod modClrScheme chgLayout">
        <pc:chgData name="Ksenia Kukkonen" userId="S::kukkkse@edu.hel.fi::b1932a39-ebf0-4eff-9f5d-a3d797239bfc" providerId="AD" clId="Web-{8845DF6D-6920-2830-B8E6-6C6D46CA0C44}" dt="2022-08-10T11:47:34.566" v="225" actId="20577"/>
        <pc:sldMkLst>
          <pc:docMk/>
          <pc:sldMk cId="977348688" sldId="277"/>
        </pc:sldMkLst>
        <pc:spChg chg="mod ord">
          <ac:chgData name="Ksenia Kukkonen" userId="S::kukkkse@edu.hel.fi::b1932a39-ebf0-4eff-9f5d-a3d797239bfc" providerId="AD" clId="Web-{8845DF6D-6920-2830-B8E6-6C6D46CA0C44}" dt="2022-08-10T11:47:34.566" v="225" actId="20577"/>
          <ac:spMkLst>
            <pc:docMk/>
            <pc:sldMk cId="977348688" sldId="277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6:27.675" v="209" actId="20577"/>
          <ac:spMkLst>
            <pc:docMk/>
            <pc:sldMk cId="977348688" sldId="277"/>
            <ac:spMk id="3" creationId="{00000000-0000-0000-0000-000000000000}"/>
          </ac:spMkLst>
        </pc:spChg>
      </pc:sldChg>
      <pc:sldChg chg="modSp mod modClrScheme chgLayout">
        <pc:chgData name="Ksenia Kukkonen" userId="S::kukkkse@edu.hel.fi::b1932a39-ebf0-4eff-9f5d-a3d797239bfc" providerId="AD" clId="Web-{8845DF6D-6920-2830-B8E6-6C6D46CA0C44}" dt="2022-08-10T11:52:10.425" v="253" actId="20577"/>
        <pc:sldMkLst>
          <pc:docMk/>
          <pc:sldMk cId="2319700764" sldId="278"/>
        </pc:sldMkLst>
        <pc:spChg chg="mod ord">
          <ac:chgData name="Ksenia Kukkonen" userId="S::kukkkse@edu.hel.fi::b1932a39-ebf0-4eff-9f5d-a3d797239bfc" providerId="AD" clId="Web-{8845DF6D-6920-2830-B8E6-6C6D46CA0C44}" dt="2022-08-10T11:52:10.425" v="253" actId="20577"/>
          <ac:spMkLst>
            <pc:docMk/>
            <pc:sldMk cId="2319700764" sldId="278"/>
            <ac:spMk id="2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2319700764" sldId="278"/>
            <ac:spMk id="4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7:14.035" v="218" actId="20577"/>
          <ac:spMkLst>
            <pc:docMk/>
            <pc:sldMk cId="2319700764" sldId="278"/>
            <ac:spMk id="5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0:39:25.082" v="69"/>
          <ac:spMkLst>
            <pc:docMk/>
            <pc:sldMk cId="2319700764" sldId="278"/>
            <ac:spMk id="6" creationId="{00000000-0000-0000-0000-000000000000}"/>
          </ac:spMkLst>
        </pc:spChg>
        <pc:spChg chg="mod ord">
          <ac:chgData name="Ksenia Kukkonen" userId="S::kukkkse@edu.hel.fi::b1932a39-ebf0-4eff-9f5d-a3d797239bfc" providerId="AD" clId="Web-{8845DF6D-6920-2830-B8E6-6C6D46CA0C44}" dt="2022-08-10T11:47:08.597" v="217" actId="20577"/>
          <ac:spMkLst>
            <pc:docMk/>
            <pc:sldMk cId="2319700764" sldId="278"/>
            <ac:spMk id="7" creationId="{00000000-0000-0000-0000-000000000000}"/>
          </ac:spMkLst>
        </pc:spChg>
      </pc:sldChg>
      <pc:sldMasterChg chg="del delSldLayout">
        <pc:chgData name="Ksenia Kukkonen" userId="S::kukkkse@edu.hel.fi::b1932a39-ebf0-4eff-9f5d-a3d797239bfc" providerId="AD" clId="Web-{8845DF6D-6920-2830-B8E6-6C6D46CA0C44}" dt="2022-08-10T10:33:43.281" v="28"/>
        <pc:sldMasterMkLst>
          <pc:docMk/>
          <pc:sldMasterMk cId="3306793490" sldId="2147483720"/>
        </pc:sldMasterMkLst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240335350" sldId="2147483721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1189940607" sldId="2147483722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1530313939" sldId="2147483723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1467624263" sldId="2147483724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2440229175" sldId="2147483725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4084561356" sldId="2147483726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1254986734" sldId="2147483727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3199835248" sldId="2147483728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984756534" sldId="2147483729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1673042428" sldId="2147483730"/>
          </pc:sldLayoutMkLst>
        </pc:sldLayoutChg>
        <pc:sldLayoutChg chg="del">
          <pc:chgData name="Ksenia Kukkonen" userId="S::kukkkse@edu.hel.fi::b1932a39-ebf0-4eff-9f5d-a3d797239bfc" providerId="AD" clId="Web-{8845DF6D-6920-2830-B8E6-6C6D46CA0C44}" dt="2022-08-10T10:33:43.281" v="28"/>
          <pc:sldLayoutMkLst>
            <pc:docMk/>
            <pc:sldMasterMk cId="3306793490" sldId="2147483720"/>
            <pc:sldLayoutMk cId="2883855222" sldId="2147483731"/>
          </pc:sldLayoutMkLst>
        </pc:sldLayoutChg>
      </pc:sldMasterChg>
      <pc:sldMasterChg chg="add del addSldLayout delSldLayout modSldLayout">
        <pc:chgData name="Ksenia Kukkonen" userId="S::kukkkse@edu.hel.fi::b1932a39-ebf0-4eff-9f5d-a3d797239bfc" providerId="AD" clId="Web-{8845DF6D-6920-2830-B8E6-6C6D46CA0C44}" dt="2022-08-10T10:34:09.922" v="29"/>
        <pc:sldMasterMkLst>
          <pc:docMk/>
          <pc:sldMasterMk cId="3531476141" sldId="2147483732"/>
        </pc:sldMasterMkLst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1101475164" sldId="2147483733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2930488470" sldId="2147483734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2463751129" sldId="2147483735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522198227" sldId="2147483736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3419629518" sldId="2147483737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3497500231" sldId="2147483738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716201309" sldId="2147483739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866768038" sldId="2147483740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661240457" sldId="2147483741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990552074" sldId="2147483742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1031288068" sldId="2147483743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1488310519" sldId="2147483744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1385005459" sldId="2147483745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2764181058" sldId="2147483746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490140160" sldId="2147483747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1272541243" sldId="2147483748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09.922" v="29"/>
          <pc:sldLayoutMkLst>
            <pc:docMk/>
            <pc:sldMasterMk cId="3531476141" sldId="2147483732"/>
            <pc:sldLayoutMk cId="620429970" sldId="2147483749"/>
          </pc:sldLayoutMkLst>
        </pc:sldLayoutChg>
      </pc:sldMasterChg>
      <pc:sldMasterChg chg="add del addSldLayout delSldLayout modSldLayout">
        <pc:chgData name="Ksenia Kukkonen" userId="S::kukkkse@edu.hel.fi::b1932a39-ebf0-4eff-9f5d-a3d797239bfc" providerId="AD" clId="Web-{8845DF6D-6920-2830-B8E6-6C6D46CA0C44}" dt="2022-08-10T10:34:24.063" v="30"/>
        <pc:sldMasterMkLst>
          <pc:docMk/>
          <pc:sldMasterMk cId="2967265091" sldId="2147483750"/>
        </pc:sldMasterMkLst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3897938633" sldId="2147483751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2484644094" sldId="2147483752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452411011" sldId="2147483753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1898484197" sldId="2147483754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1732735722" sldId="2147483755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1764101033" sldId="2147483756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2695414240" sldId="2147483757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3495905780" sldId="2147483758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650634705" sldId="2147483759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3049424843" sldId="2147483760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4:24.063" v="30"/>
          <pc:sldLayoutMkLst>
            <pc:docMk/>
            <pc:sldMasterMk cId="2967265091" sldId="2147483750"/>
            <pc:sldLayoutMk cId="2098593548" sldId="2147483761"/>
          </pc:sldLayoutMkLst>
        </pc:sldLayoutChg>
      </pc:sldMasterChg>
      <pc:sldMasterChg chg="add del addSldLayout delSldLayout modSldLayout">
        <pc:chgData name="Ksenia Kukkonen" userId="S::kukkkse@edu.hel.fi::b1932a39-ebf0-4eff-9f5d-a3d797239bfc" providerId="AD" clId="Web-{8845DF6D-6920-2830-B8E6-6C6D46CA0C44}" dt="2022-08-10T10:39:25.082" v="69"/>
        <pc:sldMasterMkLst>
          <pc:docMk/>
          <pc:sldMasterMk cId="1218842063" sldId="2147483762"/>
        </pc:sldMasterMkLst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3965433100" sldId="2147483763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2515969939" sldId="2147483764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1575890065" sldId="2147483765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3911187985" sldId="2147483766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3767143499" sldId="2147483767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3899076693" sldId="2147483768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673909309" sldId="2147483769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403528779" sldId="2147483770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2665744996" sldId="2147483771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1641916973" sldId="2147483772"/>
          </pc:sldLayoutMkLst>
        </pc:sldLayoutChg>
        <pc:sldLayoutChg chg="add del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218842063" sldId="2147483762"/>
            <pc:sldLayoutMk cId="2704881782" sldId="2147483773"/>
          </pc:sldLayoutMkLst>
        </pc:sldLayoutChg>
      </pc:sldMasterChg>
      <pc:sldMasterChg chg="add addSldLayout modSldLayout">
        <pc:chgData name="Ksenia Kukkonen" userId="S::kukkkse@edu.hel.fi::b1932a39-ebf0-4eff-9f5d-a3d797239bfc" providerId="AD" clId="Web-{8845DF6D-6920-2830-B8E6-6C6D46CA0C44}" dt="2022-08-10T10:39:25.082" v="69"/>
        <pc:sldMasterMkLst>
          <pc:docMk/>
          <pc:sldMasterMk cId="1652815769" sldId="2147483774"/>
        </pc:sldMasterMkLst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4096882087" sldId="2147483775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3953330062" sldId="2147483776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1149569602" sldId="2147483777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1283869282" sldId="2147483778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1014745509" sldId="2147483779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3416709530" sldId="2147483780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2941548717" sldId="2147483781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4243788393" sldId="2147483782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3547095475" sldId="2147483783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2990868903" sldId="2147483784"/>
          </pc:sldLayoutMkLst>
        </pc:sldLayoutChg>
        <pc:sldLayoutChg chg="add mod replId">
          <pc:chgData name="Ksenia Kukkonen" userId="S::kukkkse@edu.hel.fi::b1932a39-ebf0-4eff-9f5d-a3d797239bfc" providerId="AD" clId="Web-{8845DF6D-6920-2830-B8E6-6C6D46CA0C44}" dt="2022-08-10T10:39:25.082" v="69"/>
          <pc:sldLayoutMkLst>
            <pc:docMk/>
            <pc:sldMasterMk cId="1652815769" sldId="2147483774"/>
            <pc:sldLayoutMk cId="847021047" sldId="2147483785"/>
          </pc:sldLayoutMkLst>
        </pc:sldLayoutChg>
      </pc:sldMasterChg>
    </pc:docChg>
  </pc:docChgLst>
  <pc:docChgLst>
    <pc:chgData name="Ksenia Kukkonen" userId="S::kukkkse@edu.hel.fi::b1932a39-ebf0-4eff-9f5d-a3d797239bfc" providerId="AD" clId="Web-{3065B34D-2E43-5D28-67C8-AD1376A84705}"/>
    <pc:docChg chg="modSld">
      <pc:chgData name="Ksenia Kukkonen" userId="S::kukkkse@edu.hel.fi::b1932a39-ebf0-4eff-9f5d-a3d797239bfc" providerId="AD" clId="Web-{3065B34D-2E43-5D28-67C8-AD1376A84705}" dt="2021-10-13T10:40:27.185" v="25"/>
      <pc:docMkLst>
        <pc:docMk/>
      </pc:docMkLst>
      <pc:sldChg chg="delAnim">
        <pc:chgData name="Ksenia Kukkonen" userId="S::kukkkse@edu.hel.fi::b1932a39-ebf0-4eff-9f5d-a3d797239bfc" providerId="AD" clId="Web-{3065B34D-2E43-5D28-67C8-AD1376A84705}" dt="2021-10-13T10:38:33.448" v="0"/>
        <pc:sldMkLst>
          <pc:docMk/>
          <pc:sldMk cId="3856952363" sldId="259"/>
        </pc:sldMkLst>
      </pc:sldChg>
      <pc:sldChg chg="delAnim">
        <pc:chgData name="Ksenia Kukkonen" userId="S::kukkkse@edu.hel.fi::b1932a39-ebf0-4eff-9f5d-a3d797239bfc" providerId="AD" clId="Web-{3065B34D-2E43-5D28-67C8-AD1376A84705}" dt="2021-10-13T10:40:27.185" v="25"/>
        <pc:sldMkLst>
          <pc:docMk/>
          <pc:sldMk cId="2669311673" sldId="260"/>
        </pc:sldMkLst>
      </pc:sldChg>
      <pc:sldChg chg="delAnim">
        <pc:chgData name="Ksenia Kukkonen" userId="S::kukkkse@edu.hel.fi::b1932a39-ebf0-4eff-9f5d-a3d797239bfc" providerId="AD" clId="Web-{3065B34D-2E43-5D28-67C8-AD1376A84705}" dt="2021-10-13T10:38:36.917" v="1"/>
        <pc:sldMkLst>
          <pc:docMk/>
          <pc:sldMk cId="4249208743" sldId="261"/>
        </pc:sldMkLst>
      </pc:sldChg>
      <pc:sldChg chg="delAnim">
        <pc:chgData name="Ksenia Kukkonen" userId="S::kukkkse@edu.hel.fi::b1932a39-ebf0-4eff-9f5d-a3d797239bfc" providerId="AD" clId="Web-{3065B34D-2E43-5D28-67C8-AD1376A84705}" dt="2021-10-13T10:38:39.136" v="2"/>
        <pc:sldMkLst>
          <pc:docMk/>
          <pc:sldMk cId="3650973938" sldId="262"/>
        </pc:sldMkLst>
      </pc:sldChg>
      <pc:sldChg chg="delAnim">
        <pc:chgData name="Ksenia Kukkonen" userId="S::kukkkse@edu.hel.fi::b1932a39-ebf0-4eff-9f5d-a3d797239bfc" providerId="AD" clId="Web-{3065B34D-2E43-5D28-67C8-AD1376A84705}" dt="2021-10-13T10:38:42.995" v="3"/>
        <pc:sldMkLst>
          <pc:docMk/>
          <pc:sldMk cId="2381608197" sldId="263"/>
        </pc:sldMkLst>
      </pc:sldChg>
      <pc:sldChg chg="delAnim">
        <pc:chgData name="Ksenia Kukkonen" userId="S::kukkkse@edu.hel.fi::b1932a39-ebf0-4eff-9f5d-a3d797239bfc" providerId="AD" clId="Web-{3065B34D-2E43-5D28-67C8-AD1376A84705}" dt="2021-10-13T10:38:50.089" v="5"/>
        <pc:sldMkLst>
          <pc:docMk/>
          <pc:sldMk cId="1886539015" sldId="264"/>
        </pc:sldMkLst>
      </pc:sldChg>
      <pc:sldChg chg="delAnim">
        <pc:chgData name="Ksenia Kukkonen" userId="S::kukkkse@edu.hel.fi::b1932a39-ebf0-4eff-9f5d-a3d797239bfc" providerId="AD" clId="Web-{3065B34D-2E43-5D28-67C8-AD1376A84705}" dt="2021-10-13T10:38:55.433" v="7"/>
        <pc:sldMkLst>
          <pc:docMk/>
          <pc:sldMk cId="647104116" sldId="265"/>
        </pc:sldMkLst>
      </pc:sldChg>
      <pc:sldChg chg="modSp delAnim modAnim">
        <pc:chgData name="Ksenia Kukkonen" userId="S::kukkkse@edu.hel.fi::b1932a39-ebf0-4eff-9f5d-a3d797239bfc" providerId="AD" clId="Web-{3065B34D-2E43-5D28-67C8-AD1376A84705}" dt="2021-10-13T10:39:17.793" v="15" actId="1076"/>
        <pc:sldMkLst>
          <pc:docMk/>
          <pc:sldMk cId="2745679447" sldId="268"/>
        </pc:sldMkLst>
        <pc:spChg chg="mod">
          <ac:chgData name="Ksenia Kukkonen" userId="S::kukkkse@edu.hel.fi::b1932a39-ebf0-4eff-9f5d-a3d797239bfc" providerId="AD" clId="Web-{3065B34D-2E43-5D28-67C8-AD1376A84705}" dt="2021-10-13T10:39:17.793" v="15" actId="1076"/>
          <ac:spMkLst>
            <pc:docMk/>
            <pc:sldMk cId="2745679447" sldId="268"/>
            <ac:spMk id="5" creationId="{00000000-0000-0000-0000-000000000000}"/>
          </ac:spMkLst>
        </pc:spChg>
      </pc:sldChg>
      <pc:sldChg chg="delAnim">
        <pc:chgData name="Ksenia Kukkonen" userId="S::kukkkse@edu.hel.fi::b1932a39-ebf0-4eff-9f5d-a3d797239bfc" providerId="AD" clId="Web-{3065B34D-2E43-5D28-67C8-AD1376A84705}" dt="2021-10-13T10:39:23.246" v="16"/>
        <pc:sldMkLst>
          <pc:docMk/>
          <pc:sldMk cId="1277890259" sldId="269"/>
        </pc:sldMkLst>
      </pc:sldChg>
      <pc:sldChg chg="delAnim">
        <pc:chgData name="Ksenia Kukkonen" userId="S::kukkkse@edu.hel.fi::b1932a39-ebf0-4eff-9f5d-a3d797239bfc" providerId="AD" clId="Web-{3065B34D-2E43-5D28-67C8-AD1376A84705}" dt="2021-10-13T10:39:26.011" v="17"/>
        <pc:sldMkLst>
          <pc:docMk/>
          <pc:sldMk cId="4151923082" sldId="270"/>
        </pc:sldMkLst>
      </pc:sldChg>
      <pc:sldChg chg="delAnim">
        <pc:chgData name="Ksenia Kukkonen" userId="S::kukkkse@edu.hel.fi::b1932a39-ebf0-4eff-9f5d-a3d797239bfc" providerId="AD" clId="Web-{3065B34D-2E43-5D28-67C8-AD1376A84705}" dt="2021-10-13T10:39:29.715" v="18"/>
        <pc:sldMkLst>
          <pc:docMk/>
          <pc:sldMk cId="3524125597" sldId="271"/>
        </pc:sldMkLst>
      </pc:sldChg>
      <pc:sldChg chg="mod modShow">
        <pc:chgData name="Ksenia Kukkonen" userId="S::kukkkse@edu.hel.fi::b1932a39-ebf0-4eff-9f5d-a3d797239bfc" providerId="AD" clId="Web-{3065B34D-2E43-5D28-67C8-AD1376A84705}" dt="2021-10-13T10:39:35.246" v="19"/>
        <pc:sldMkLst>
          <pc:docMk/>
          <pc:sldMk cId="3158801654" sldId="272"/>
        </pc:sldMkLst>
      </pc:sldChg>
      <pc:sldChg chg="delAnim">
        <pc:chgData name="Ksenia Kukkonen" userId="S::kukkkse@edu.hel.fi::b1932a39-ebf0-4eff-9f5d-a3d797239bfc" providerId="AD" clId="Web-{3065B34D-2E43-5D28-67C8-AD1376A84705}" dt="2021-10-13T10:39:39.137" v="20"/>
        <pc:sldMkLst>
          <pc:docMk/>
          <pc:sldMk cId="1987062618" sldId="273"/>
        </pc:sldMkLst>
      </pc:sldChg>
      <pc:sldChg chg="delAnim">
        <pc:chgData name="Ksenia Kukkonen" userId="S::kukkkse@edu.hel.fi::b1932a39-ebf0-4eff-9f5d-a3d797239bfc" providerId="AD" clId="Web-{3065B34D-2E43-5D28-67C8-AD1376A84705}" dt="2021-10-13T10:39:56.403" v="21"/>
        <pc:sldMkLst>
          <pc:docMk/>
          <pc:sldMk cId="55147734" sldId="274"/>
        </pc:sldMkLst>
      </pc:sldChg>
      <pc:sldChg chg="delAnim">
        <pc:chgData name="Ksenia Kukkonen" userId="S::kukkkse@edu.hel.fi::b1932a39-ebf0-4eff-9f5d-a3d797239bfc" providerId="AD" clId="Web-{3065B34D-2E43-5D28-67C8-AD1376A84705}" dt="2021-10-13T10:40:01.700" v="22"/>
        <pc:sldMkLst>
          <pc:docMk/>
          <pc:sldMk cId="1623908038" sldId="275"/>
        </pc:sldMkLst>
      </pc:sldChg>
      <pc:sldChg chg="delAnim">
        <pc:chgData name="Ksenia Kukkonen" userId="S::kukkkse@edu.hel.fi::b1932a39-ebf0-4eff-9f5d-a3d797239bfc" providerId="AD" clId="Web-{3065B34D-2E43-5D28-67C8-AD1376A84705}" dt="2021-10-13T10:38:58.964" v="8"/>
        <pc:sldMkLst>
          <pc:docMk/>
          <pc:sldMk cId="276275291" sldId="276"/>
        </pc:sldMkLst>
      </pc:sldChg>
      <pc:sldChg chg="delAnim">
        <pc:chgData name="Ksenia Kukkonen" userId="S::kukkkse@edu.hel.fi::b1932a39-ebf0-4eff-9f5d-a3d797239bfc" providerId="AD" clId="Web-{3065B34D-2E43-5D28-67C8-AD1376A84705}" dt="2021-10-13T10:40:04.903" v="23"/>
        <pc:sldMkLst>
          <pc:docMk/>
          <pc:sldMk cId="977348688" sldId="277"/>
        </pc:sldMkLst>
      </pc:sldChg>
    </pc:docChg>
  </pc:docChgLst>
  <pc:docChgLst>
    <pc:chgData name="Ksenia Kukkonen" userId="S::kukkkse@edu.hel.fi::b1932a39-ebf0-4eff-9f5d-a3d797239bfc" providerId="AD" clId="Web-{7D170528-F7B8-44E2-3DB8-5EFEE3E004E5}"/>
    <pc:docChg chg="modSld">
      <pc:chgData name="Ksenia Kukkonen" userId="S::kukkkse@edu.hel.fi::b1932a39-ebf0-4eff-9f5d-a3d797239bfc" providerId="AD" clId="Web-{7D170528-F7B8-44E2-3DB8-5EFEE3E004E5}" dt="2022-08-12T06:27:26.565" v="58"/>
      <pc:docMkLst>
        <pc:docMk/>
      </pc:docMkLst>
      <pc:sldChg chg="addAnim modAnim">
        <pc:chgData name="Ksenia Kukkonen" userId="S::kukkkse@edu.hel.fi::b1932a39-ebf0-4eff-9f5d-a3d797239bfc" providerId="AD" clId="Web-{7D170528-F7B8-44E2-3DB8-5EFEE3E004E5}" dt="2022-08-12T06:22:04.240" v="4"/>
        <pc:sldMkLst>
          <pc:docMk/>
          <pc:sldMk cId="3856952363" sldId="259"/>
        </pc:sldMkLst>
      </pc:sldChg>
      <pc:sldChg chg="modSp addAnim modAnim">
        <pc:chgData name="Ksenia Kukkonen" userId="S::kukkkse@edu.hel.fi::b1932a39-ebf0-4eff-9f5d-a3d797239bfc" providerId="AD" clId="Web-{7D170528-F7B8-44E2-3DB8-5EFEE3E004E5}" dt="2022-08-12T06:22:54.708" v="17"/>
        <pc:sldMkLst>
          <pc:docMk/>
          <pc:sldMk cId="2669311673" sldId="260"/>
        </pc:sldMkLst>
        <pc:spChg chg="mod">
          <ac:chgData name="Ksenia Kukkonen" userId="S::kukkkse@edu.hel.fi::b1932a39-ebf0-4eff-9f5d-a3d797239bfc" providerId="AD" clId="Web-{7D170528-F7B8-44E2-3DB8-5EFEE3E004E5}" dt="2022-08-12T06:22:53.318" v="15" actId="1076"/>
          <ac:spMkLst>
            <pc:docMk/>
            <pc:sldMk cId="2669311673" sldId="260"/>
            <ac:spMk id="11" creationId="{00000000-0000-0000-0000-000000000000}"/>
          </ac:spMkLst>
        </pc:spChg>
      </pc:sldChg>
      <pc:sldChg chg="addAnim modAnim">
        <pc:chgData name="Ksenia Kukkonen" userId="S::kukkkse@edu.hel.fi::b1932a39-ebf0-4eff-9f5d-a3d797239bfc" providerId="AD" clId="Web-{7D170528-F7B8-44E2-3DB8-5EFEE3E004E5}" dt="2022-08-12T06:22:20.240" v="6"/>
        <pc:sldMkLst>
          <pc:docMk/>
          <pc:sldMk cId="4249208743" sldId="261"/>
        </pc:sldMkLst>
      </pc:sldChg>
      <pc:sldChg chg="addAnim modAnim">
        <pc:chgData name="Ksenia Kukkonen" userId="S::kukkkse@edu.hel.fi::b1932a39-ebf0-4eff-9f5d-a3d797239bfc" providerId="AD" clId="Web-{7D170528-F7B8-44E2-3DB8-5EFEE3E004E5}" dt="2022-08-12T06:22:27.130" v="8"/>
        <pc:sldMkLst>
          <pc:docMk/>
          <pc:sldMk cId="3650973938" sldId="262"/>
        </pc:sldMkLst>
      </pc:sldChg>
      <pc:sldChg chg="addAnim modAnim">
        <pc:chgData name="Ksenia Kukkonen" userId="S::kukkkse@edu.hel.fi::b1932a39-ebf0-4eff-9f5d-a3d797239bfc" providerId="AD" clId="Web-{7D170528-F7B8-44E2-3DB8-5EFEE3E004E5}" dt="2022-08-12T06:22:35.958" v="10"/>
        <pc:sldMkLst>
          <pc:docMk/>
          <pc:sldMk cId="2381608197" sldId="263"/>
        </pc:sldMkLst>
      </pc:sldChg>
      <pc:sldChg chg="modSp addAnim modAnim">
        <pc:chgData name="Ksenia Kukkonen" userId="S::kukkkse@edu.hel.fi::b1932a39-ebf0-4eff-9f5d-a3d797239bfc" providerId="AD" clId="Web-{7D170528-F7B8-44E2-3DB8-5EFEE3E004E5}" dt="2022-08-12T06:23:24.130" v="24"/>
        <pc:sldMkLst>
          <pc:docMk/>
          <pc:sldMk cId="1886539015" sldId="264"/>
        </pc:sldMkLst>
        <pc:spChg chg="mod">
          <ac:chgData name="Ksenia Kukkonen" userId="S::kukkkse@edu.hel.fi::b1932a39-ebf0-4eff-9f5d-a3d797239bfc" providerId="AD" clId="Web-{7D170528-F7B8-44E2-3DB8-5EFEE3E004E5}" dt="2022-08-12T06:23:17.958" v="22" actId="20577"/>
          <ac:spMkLst>
            <pc:docMk/>
            <pc:sldMk cId="1886539015" sldId="264"/>
            <ac:spMk id="3" creationId="{00000000-0000-0000-0000-000000000000}"/>
          </ac:spMkLst>
        </pc:spChg>
      </pc:sldChg>
      <pc:sldChg chg="addAnim modAnim">
        <pc:chgData name="Ksenia Kukkonen" userId="S::kukkkse@edu.hel.fi::b1932a39-ebf0-4eff-9f5d-a3d797239bfc" providerId="AD" clId="Web-{7D170528-F7B8-44E2-3DB8-5EFEE3E004E5}" dt="2022-08-12T06:23:49.192" v="28"/>
        <pc:sldMkLst>
          <pc:docMk/>
          <pc:sldMk cId="647104116" sldId="265"/>
        </pc:sldMkLst>
      </pc:sldChg>
      <pc:sldChg chg="addAnim modAnim">
        <pc:chgData name="Ksenia Kukkonen" userId="S::kukkkse@edu.hel.fi::b1932a39-ebf0-4eff-9f5d-a3d797239bfc" providerId="AD" clId="Web-{7D170528-F7B8-44E2-3DB8-5EFEE3E004E5}" dt="2022-08-12T06:24:06.270" v="30"/>
        <pc:sldMkLst>
          <pc:docMk/>
          <pc:sldMk cId="1277890259" sldId="269"/>
        </pc:sldMkLst>
      </pc:sldChg>
      <pc:sldChg chg="modSp">
        <pc:chgData name="Ksenia Kukkonen" userId="S::kukkkse@edu.hel.fi::b1932a39-ebf0-4eff-9f5d-a3d797239bfc" providerId="AD" clId="Web-{7D170528-F7B8-44E2-3DB8-5EFEE3E004E5}" dt="2022-08-12T06:21:30.849" v="2" actId="14100"/>
        <pc:sldMkLst>
          <pc:docMk/>
          <pc:sldMk cId="4151923082" sldId="270"/>
        </pc:sldMkLst>
        <pc:picChg chg="mod">
          <ac:chgData name="Ksenia Kukkonen" userId="S::kukkkse@edu.hel.fi::b1932a39-ebf0-4eff-9f5d-a3d797239bfc" providerId="AD" clId="Web-{7D170528-F7B8-44E2-3DB8-5EFEE3E004E5}" dt="2022-08-12T06:21:30.849" v="2" actId="14100"/>
          <ac:picMkLst>
            <pc:docMk/>
            <pc:sldMk cId="4151923082" sldId="270"/>
            <ac:picMk id="4" creationId="{00000000-0000-0000-0000-000000000000}"/>
          </ac:picMkLst>
        </pc:picChg>
      </pc:sldChg>
      <pc:sldChg chg="addAnim modAnim">
        <pc:chgData name="Ksenia Kukkonen" userId="S::kukkkse@edu.hel.fi::b1932a39-ebf0-4eff-9f5d-a3d797239bfc" providerId="AD" clId="Web-{7D170528-F7B8-44E2-3DB8-5EFEE3E004E5}" dt="2022-08-12T06:24:30.098" v="32"/>
        <pc:sldMkLst>
          <pc:docMk/>
          <pc:sldMk cId="3524125597" sldId="271"/>
        </pc:sldMkLst>
      </pc:sldChg>
      <pc:sldChg chg="addAnim modAnim">
        <pc:chgData name="Ksenia Kukkonen" userId="S::kukkkse@edu.hel.fi::b1932a39-ebf0-4eff-9f5d-a3d797239bfc" providerId="AD" clId="Web-{7D170528-F7B8-44E2-3DB8-5EFEE3E004E5}" dt="2022-08-12T06:24:41.567" v="34"/>
        <pc:sldMkLst>
          <pc:docMk/>
          <pc:sldMk cId="1987062618" sldId="273"/>
        </pc:sldMkLst>
      </pc:sldChg>
      <pc:sldChg chg="modSp addAnim delAnim modAnim">
        <pc:chgData name="Ksenia Kukkonen" userId="S::kukkkse@edu.hel.fi::b1932a39-ebf0-4eff-9f5d-a3d797239bfc" providerId="AD" clId="Web-{7D170528-F7B8-44E2-3DB8-5EFEE3E004E5}" dt="2022-08-12T06:27:26.565" v="58"/>
        <pc:sldMkLst>
          <pc:docMk/>
          <pc:sldMk cId="55147734" sldId="274"/>
        </pc:sldMkLst>
        <pc:spChg chg="mod">
          <ac:chgData name="Ksenia Kukkonen" userId="S::kukkkse@edu.hel.fi::b1932a39-ebf0-4eff-9f5d-a3d797239bfc" providerId="AD" clId="Web-{7D170528-F7B8-44E2-3DB8-5EFEE3E004E5}" dt="2022-08-12T06:25:52.347" v="48" actId="1076"/>
          <ac:spMkLst>
            <pc:docMk/>
            <pc:sldMk cId="55147734" sldId="274"/>
            <ac:spMk id="5" creationId="{00000000-0000-0000-0000-000000000000}"/>
          </ac:spMkLst>
        </pc:spChg>
      </pc:sldChg>
      <pc:sldChg chg="addAnim modAnim">
        <pc:chgData name="Ksenia Kukkonen" userId="S::kukkkse@edu.hel.fi::b1932a39-ebf0-4eff-9f5d-a3d797239bfc" providerId="AD" clId="Web-{7D170528-F7B8-44E2-3DB8-5EFEE3E004E5}" dt="2022-08-12T06:23:37.442" v="26"/>
        <pc:sldMkLst>
          <pc:docMk/>
          <pc:sldMk cId="276275291" sldId="276"/>
        </pc:sldMkLst>
      </pc:sldChg>
    </pc:docChg>
  </pc:docChgLst>
  <pc:docChgLst>
    <pc:chgData name="Ksenia Kukkonen" userId="S::kukkkse@edu.hel.fi::b1932a39-ebf0-4eff-9f5d-a3d797239bfc" providerId="AD" clId="Web-{F86DC0DD-CA6B-44BC-81D1-0211CE8D18AA}"/>
    <pc:docChg chg="modSld">
      <pc:chgData name="Ksenia Kukkonen" userId="S::kukkkse@edu.hel.fi::b1932a39-ebf0-4eff-9f5d-a3d797239bfc" providerId="AD" clId="Web-{F86DC0DD-CA6B-44BC-81D1-0211CE8D18AA}" dt="2021-09-29T12:23:52.070" v="3" actId="20577"/>
      <pc:docMkLst>
        <pc:docMk/>
      </pc:docMkLst>
      <pc:sldChg chg="mod modShow">
        <pc:chgData name="Ksenia Kukkonen" userId="S::kukkkse@edu.hel.fi::b1932a39-ebf0-4eff-9f5d-a3d797239bfc" providerId="AD" clId="Web-{F86DC0DD-CA6B-44BC-81D1-0211CE8D18AA}" dt="2021-09-29T09:35:57.105" v="1"/>
        <pc:sldMkLst>
          <pc:docMk/>
          <pc:sldMk cId="1394851538" sldId="258"/>
        </pc:sldMkLst>
      </pc:sldChg>
      <pc:sldChg chg="mod modShow">
        <pc:chgData name="Ksenia Kukkonen" userId="S::kukkkse@edu.hel.fi::b1932a39-ebf0-4eff-9f5d-a3d797239bfc" providerId="AD" clId="Web-{F86DC0DD-CA6B-44BC-81D1-0211CE8D18AA}" dt="2021-09-29T09:35:50.730" v="0"/>
        <pc:sldMkLst>
          <pc:docMk/>
          <pc:sldMk cId="47892753" sldId="266"/>
        </pc:sldMkLst>
      </pc:sldChg>
      <pc:sldChg chg="modSp">
        <pc:chgData name="Ksenia Kukkonen" userId="S::kukkkse@edu.hel.fi::b1932a39-ebf0-4eff-9f5d-a3d797239bfc" providerId="AD" clId="Web-{F86DC0DD-CA6B-44BC-81D1-0211CE8D18AA}" dt="2021-09-29T12:23:52.070" v="3" actId="20577"/>
        <pc:sldMkLst>
          <pc:docMk/>
          <pc:sldMk cId="3158801654" sldId="272"/>
        </pc:sldMkLst>
        <pc:spChg chg="mod">
          <ac:chgData name="Ksenia Kukkonen" userId="S::kukkkse@edu.hel.fi::b1932a39-ebf0-4eff-9f5d-a3d797239bfc" providerId="AD" clId="Web-{F86DC0DD-CA6B-44BC-81D1-0211CE8D18AA}" dt="2021-09-29T12:23:52.070" v="3" actId="20577"/>
          <ac:spMkLst>
            <pc:docMk/>
            <pc:sldMk cId="3158801654" sldId="272"/>
            <ac:spMk id="6" creationId="{00000000-0000-0000-0000-000000000000}"/>
          </ac:spMkLst>
        </pc:spChg>
      </pc:sldChg>
    </pc:docChg>
  </pc:docChgLst>
  <pc:docChgLst>
    <pc:chgData name="Ksenia Kukkonen" userId="S::kukkkse@edu.hel.fi::b1932a39-ebf0-4eff-9f5d-a3d797239bfc" providerId="AD" clId="Web-{1DE46821-941E-0BB5-A175-19E7FE4880E5}"/>
    <pc:docChg chg="modSld">
      <pc:chgData name="Ksenia Kukkonen" userId="S::kukkkse@edu.hel.fi::b1932a39-ebf0-4eff-9f5d-a3d797239bfc" providerId="AD" clId="Web-{1DE46821-941E-0BB5-A175-19E7FE4880E5}" dt="2021-10-13T10:30:25.161" v="24" actId="14100"/>
      <pc:docMkLst>
        <pc:docMk/>
      </pc:docMkLst>
      <pc:sldChg chg="modSp">
        <pc:chgData name="Ksenia Kukkonen" userId="S::kukkkse@edu.hel.fi::b1932a39-ebf0-4eff-9f5d-a3d797239bfc" providerId="AD" clId="Web-{1DE46821-941E-0BB5-A175-19E7FE4880E5}" dt="2021-10-13T10:30:18.021" v="23" actId="14100"/>
        <pc:sldMkLst>
          <pc:docMk/>
          <pc:sldMk cId="4249208743" sldId="261"/>
        </pc:sldMkLst>
        <pc:spChg chg="mod">
          <ac:chgData name="Ksenia Kukkonen" userId="S::kukkkse@edu.hel.fi::b1932a39-ebf0-4eff-9f5d-a3d797239bfc" providerId="AD" clId="Web-{1DE46821-941E-0BB5-A175-19E7FE4880E5}" dt="2021-10-13T10:30:18.021" v="23" actId="14100"/>
          <ac:spMkLst>
            <pc:docMk/>
            <pc:sldMk cId="4249208743" sldId="261"/>
            <ac:spMk id="3" creationId="{00000000-0000-0000-0000-000000000000}"/>
          </ac:spMkLst>
        </pc:spChg>
      </pc:sldChg>
      <pc:sldChg chg="modSp">
        <pc:chgData name="Ksenia Kukkonen" userId="S::kukkkse@edu.hel.fi::b1932a39-ebf0-4eff-9f5d-a3d797239bfc" providerId="AD" clId="Web-{1DE46821-941E-0BB5-A175-19E7FE4880E5}" dt="2021-10-13T10:30:03.505" v="19" actId="14100"/>
        <pc:sldMkLst>
          <pc:docMk/>
          <pc:sldMk cId="3650973938" sldId="262"/>
        </pc:sldMkLst>
        <pc:spChg chg="mod">
          <ac:chgData name="Ksenia Kukkonen" userId="S::kukkkse@edu.hel.fi::b1932a39-ebf0-4eff-9f5d-a3d797239bfc" providerId="AD" clId="Web-{1DE46821-941E-0BB5-A175-19E7FE4880E5}" dt="2021-10-13T10:30:03.505" v="19" actId="14100"/>
          <ac:spMkLst>
            <pc:docMk/>
            <pc:sldMk cId="3650973938" sldId="262"/>
            <ac:spMk id="3" creationId="{00000000-0000-0000-0000-000000000000}"/>
          </ac:spMkLst>
        </pc:spChg>
      </pc:sldChg>
      <pc:sldChg chg="modSp">
        <pc:chgData name="Ksenia Kukkonen" userId="S::kukkkse@edu.hel.fi::b1932a39-ebf0-4eff-9f5d-a3d797239bfc" providerId="AD" clId="Web-{1DE46821-941E-0BB5-A175-19E7FE4880E5}" dt="2021-10-13T10:30:25.161" v="24" actId="14100"/>
        <pc:sldMkLst>
          <pc:docMk/>
          <pc:sldMk cId="2381608197" sldId="263"/>
        </pc:sldMkLst>
        <pc:spChg chg="mod">
          <ac:chgData name="Ksenia Kukkonen" userId="S::kukkkse@edu.hel.fi::b1932a39-ebf0-4eff-9f5d-a3d797239bfc" providerId="AD" clId="Web-{1DE46821-941E-0BB5-A175-19E7FE4880E5}" dt="2021-10-13T10:30:25.161" v="24" actId="14100"/>
          <ac:spMkLst>
            <pc:docMk/>
            <pc:sldMk cId="2381608197" sldId="263"/>
            <ac:spMk id="3" creationId="{00000000-0000-0000-0000-000000000000}"/>
          </ac:spMkLst>
        </pc:spChg>
      </pc:sldChg>
      <pc:sldChg chg="modSp">
        <pc:chgData name="Ksenia Kukkonen" userId="S::kukkkse@edu.hel.fi::b1932a39-ebf0-4eff-9f5d-a3d797239bfc" providerId="AD" clId="Web-{1DE46821-941E-0BB5-A175-19E7FE4880E5}" dt="2021-10-13T10:29:44.395" v="14" actId="20577"/>
        <pc:sldMkLst>
          <pc:docMk/>
          <pc:sldMk cId="977348688" sldId="277"/>
        </pc:sldMkLst>
        <pc:spChg chg="mod">
          <ac:chgData name="Ksenia Kukkonen" userId="S::kukkkse@edu.hel.fi::b1932a39-ebf0-4eff-9f5d-a3d797239bfc" providerId="AD" clId="Web-{1DE46821-941E-0BB5-A175-19E7FE4880E5}" dt="2021-10-13T10:29:44.395" v="14" actId="20577"/>
          <ac:spMkLst>
            <pc:docMk/>
            <pc:sldMk cId="977348688" sldId="27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8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33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56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6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74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0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4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78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10/11/2022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95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68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02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10/11/2022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81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2075991" y="840509"/>
            <a:ext cx="4802863" cy="1345577"/>
          </a:xfrm>
        </p:spPr>
        <p:txBody>
          <a:bodyPr/>
          <a:lstStyle/>
          <a:p>
            <a:pPr algn="ctr"/>
            <a:r>
              <a:rPr lang="fi-FI" sz="7200" dirty="0">
                <a:latin typeface="Arial" panose="020B0604020202020204" pitchFamily="34" charset="0"/>
                <a:cs typeface="Arial" panose="020B0604020202020204" pitchFamily="34" charset="0"/>
              </a:rPr>
              <a:t>Lämpö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  <p:pic>
        <p:nvPicPr>
          <p:cNvPr id="1026" name="Picture 2" descr="Ilmaisia valokuvia aiheesta Antaa potk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810" y="2904765"/>
            <a:ext cx="4881226" cy="325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75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32245" cy="1421631"/>
          </a:xfrm>
        </p:spPr>
        <p:txBody>
          <a:bodyPr/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Mitä lämpö on?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92919" y="1690255"/>
            <a:ext cx="7736681" cy="3567546"/>
          </a:xfrm>
        </p:spPr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Aineen rakenneosien (atomien/ molekyylien) liikettä.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3" indent="-28575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Mitä nopeammin liikkuvat, sitä korkeampi lämpötila.</a:t>
            </a:r>
            <a:endParaRPr lang="fi-FI" sz="4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dirty="0"/>
          </a:p>
        </p:txBody>
      </p:sp>
      <p:pic>
        <p:nvPicPr>
          <p:cNvPr id="4" name="Kuv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898" y="2743200"/>
            <a:ext cx="5304722" cy="398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1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Olomuodon muutokset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24873" y="1708727"/>
            <a:ext cx="8147627" cy="4050851"/>
          </a:xfrm>
        </p:spPr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Lämpötilan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kohotessa kiinteä aine </a:t>
            </a:r>
            <a:r>
              <a:rPr lang="fi-FI" b="1" dirty="0">
                <a:latin typeface="Arial" panose="020B0604020202020204" pitchFamily="34" charset="0"/>
                <a:cs typeface="Arial" panose="020B0604020202020204" pitchFamily="34" charset="0"/>
              </a:rPr>
              <a:t>sulaa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 nesteeksi -&gt; neste </a:t>
            </a: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i-FI" b="1" dirty="0" smtClean="0">
                <a:latin typeface="Arial" panose="020B0604020202020204" pitchFamily="34" charset="0"/>
                <a:cs typeface="Arial" panose="020B0604020202020204" pitchFamily="34" charset="0"/>
              </a:rPr>
              <a:t>höyrystyy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kaasuksi.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Lämpötilan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laskiessa kaasu </a:t>
            </a:r>
            <a:r>
              <a:rPr lang="fi-FI" b="1" dirty="0">
                <a:latin typeface="Arial" panose="020B0604020202020204" pitchFamily="34" charset="0"/>
                <a:cs typeface="Arial" panose="020B0604020202020204" pitchFamily="34" charset="0"/>
              </a:rPr>
              <a:t>tiivistyy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 nesteeksi -&gt; neste </a:t>
            </a: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b="1" dirty="0" smtClean="0">
                <a:latin typeface="Arial" panose="020B0604020202020204" pitchFamily="34" charset="0"/>
                <a:cs typeface="Arial" panose="020B0604020202020204" pitchFamily="34" charset="0"/>
              </a:rPr>
              <a:t>jähmettyy</a:t>
            </a: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kiinteäksi aineeksi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Kiinteä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aine voi </a:t>
            </a:r>
            <a:r>
              <a:rPr lang="fi-FI" b="1" dirty="0">
                <a:latin typeface="Arial" panose="020B0604020202020204" pitchFamily="34" charset="0"/>
                <a:cs typeface="Arial" panose="020B0604020202020204" pitchFamily="34" charset="0"/>
              </a:rPr>
              <a:t>sublimoitua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 suoraan kaasuksi.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Kaasu </a:t>
            </a:r>
            <a:r>
              <a:rPr lang="fi-FI" b="1" dirty="0">
                <a:latin typeface="Arial" panose="020B0604020202020204" pitchFamily="34" charset="0"/>
                <a:cs typeface="Arial" panose="020B0604020202020204" pitchFamily="34" charset="0"/>
              </a:rPr>
              <a:t>härmistyy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 suoraan kiinteäksi aineeksi.</a:t>
            </a:r>
          </a:p>
          <a:p>
            <a:endParaRPr lang="fi-FI" dirty="0"/>
          </a:p>
        </p:txBody>
      </p:sp>
      <p:pic>
        <p:nvPicPr>
          <p:cNvPr id="2052" name="Picture 4" descr="https://lh5.googleusercontent.com/h83jx0Svjx0zdzJFxiQ4ro-U63ycdAcACbt3lE0zwpWdyUPfqAdxGlFhXSB4AKv9Pq11FJ0uPeNWisTTQDcSvfAwbTLlmuqzhIQt769tT9sQnu4SPrvRr-ES5lV6CWePztPWwvufi55WqgOqZ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734" y="4211782"/>
            <a:ext cx="4979889" cy="264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57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 ja ihminen</a:t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07205" y="1993393"/>
            <a:ext cx="8202685" cy="4158025"/>
          </a:xfrm>
        </p:spPr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Ihminen on tasalämpöinen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Kehon ydinlämpötila on noin 37 ° C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Lämpöä tuottavat: 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Perusaineenvaihdunta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Lihastyö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Ruoansulatus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Elimistö menettää lämpöä: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Ihon kautta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Uloshengityksessä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13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Lämmön siirtyminen</a:t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Lämpö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siirtyy korkeammasta lämpötilasta matalampaan lämpötilaan. </a:t>
            </a:r>
            <a:r>
              <a:rPr lang="fi-FI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fi-FI" sz="13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Lämpöä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voi siirtyä kolmella tavalla: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Johtumalla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Kulkeutumalla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Säteilemällä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b="1" dirty="0"/>
          </a:p>
        </p:txBody>
      </p:sp>
    </p:spTree>
    <p:extLst>
      <p:ext uri="{BB962C8B-B14F-4D97-AF65-F5344CB8AC3E}">
        <p14:creationId xmlns:p14="http://schemas.microsoft.com/office/powerpoint/2010/main" val="213939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Lämmön siirtyminen: johtuminen</a:t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07206" y="1993393"/>
            <a:ext cx="8065294" cy="4158025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Kaksi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kappaletta kosketuksissa -&gt; lämpö siirtyy johtumalla.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Lämpöenergia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siirtyy aineen sisällä.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Erityisen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hyviä lämmönjohtimia ovat metallit.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Lämmöneristeitä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ovat esim. villa ja polystyreeni.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Vesi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johtaa lämpöä noin 20 kertaa paremmin kuin ilma.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4320" lvl="2" indent="0" fontAlgn="base">
              <a:buNone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Kun ihminen joutuu kylmään veteen hänestä johtuu lämpöä veteen, kunnes kehon ja veden lämpötilaero on tasoittunut.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34390" lvl="4" indent="-285750"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Hypotermia! </a:t>
            </a:r>
            <a:endParaRPr lang="fi-FI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70339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Lämmön siirtyminen: kulkeutuminen</a:t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Lämpöä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kuljettava aine on nestemäinen tai kaasumainen -&gt; lämpö siirtyy paikasta toiseen kylmän tai lämpimän aineen liikkuessa.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Verenkiertojärjestelmällä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suuri merkitys lämmön kuljetuksessa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Tuulisella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säällä ihmisestä ilmaan siirtynyt lämpö kulkeutuu pois, jolloin kehosta siirtyy uutta lämpöä ilmaan.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Hikoilun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aiheuttama kosteus poistuu iholta haihtumalla.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23886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Lämmön siirtyminen: säteileminen </a:t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Esimerkiksi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avaruudesta tuleva lämpö ei voi siirtyä johtumalla tai kulkeutumalla (ei ole väliainetta) -&gt; lämpö siirtyy säteilemällä.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Myös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nuotiosta lämmitellessä lämpö siirtyy säteilemällä. 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Maastoon kadonnut henkilö voidaan havaita  infrapunakameralla.</a:t>
            </a:r>
            <a:endParaRPr lang="fi-FI" sz="13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-342900" fontAlgn="base">
              <a:buFont typeface="Arial" panose="020B0604020202020204" pitchFamily="34" charset="0"/>
              <a:buChar char="•"/>
            </a:pPr>
            <a:r>
              <a:rPr lang="fi-FI" i="0" dirty="0" smtClean="0">
                <a:latin typeface="Arial" panose="020B0604020202020204" pitchFamily="34" charset="0"/>
                <a:cs typeface="Arial" panose="020B0604020202020204" pitchFamily="34" charset="0"/>
              </a:rPr>
              <a:t>Ihminen lähettää lämpösäteilyä.</a:t>
            </a:r>
            <a:endParaRPr lang="fi-FI" sz="2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4124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Lämpötila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492919" y="2087418"/>
            <a:ext cx="7736681" cy="3163455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Lämpötilan kansainvälinen yksikkö on Kelvin (K)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Muita </a:t>
            </a: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asteikkoja (ja yksiköitä)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ovat </a:t>
            </a:r>
            <a:r>
              <a:rPr lang="fi-FI" dirty="0" err="1">
                <a:latin typeface="Arial" panose="020B0604020202020204" pitchFamily="34" charset="0"/>
                <a:cs typeface="Arial" panose="020B0604020202020204" pitchFamily="34" charset="0"/>
              </a:rPr>
              <a:t>fahreheit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 ja celsius.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 smtClean="0">
                <a:latin typeface="Arial" panose="020B0604020202020204" pitchFamily="34" charset="0"/>
                <a:cs typeface="Arial" panose="020B0604020202020204" pitchFamily="34" charset="0"/>
              </a:rPr>
              <a:t>0°C </a:t>
            </a: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= veden sulamispiste, 100°C = veden kiehumispiste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Absoluuttinen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nollapiste on 0 K = - 273,15°C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 smtClean="0">
                <a:latin typeface="Arial" panose="020B0604020202020204" pitchFamily="34" charset="0"/>
                <a:cs typeface="Arial" panose="020B0604020202020204" pitchFamily="34" charset="0"/>
              </a:rPr>
              <a:t>aineen </a:t>
            </a: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lämpötilan alaraja, jossa atomien lämpöliike lakkaa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Kylmin mahdollinen lämpötila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dirty="0"/>
          </a:p>
        </p:txBody>
      </p:sp>
      <p:pic>
        <p:nvPicPr>
          <p:cNvPr id="3080" name="Picture 8" descr="https://lh4.googleusercontent.com/p2BeSVkfoxk1EOZptXDCmZuogUG84wdKE60E34E-qxdfHK05va_FULIlBq8TBqpyhHzK4dtu4xPxU_5PLzcANj-2FMPR21frAFIHXpXRF-AxDwEpIRRn0P9qaEgXbMdfTqTzA7fySsaJjE20_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4211327"/>
            <a:ext cx="2872508" cy="2514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40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Kuume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Kuumeessa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elimistö pyrkii tuhoamaan tulehdusten aiheuttajia, viruksia </a:t>
            </a: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-&gt; elimistön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lämpötila nousee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Kuumeen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noustessa lämmönluovutus vähenee verisuonten supistuessa –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Lämpöä poistuu elimistöstä vähemmän kuin sitä muodostuu 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Elimistö pyrkii lämpenemään -&gt; seurauksena vilunväristyksiä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Kun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virus on torjuttu alkavat lämpöä vähentävät mekanismit alentaa lämpötilaa -&gt; hikoilu käynnistyy -&gt; lämpöä poistuu enemmän kuin sitä muodostuu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230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Hypotermia ja </a:t>
            </a:r>
            <a:r>
              <a:rPr lang="fi-FI" dirty="0" err="1">
                <a:latin typeface="Arial" panose="020B0604020202020204" pitchFamily="34" charset="0"/>
                <a:cs typeface="Arial" panose="020B0604020202020204" pitchFamily="34" charset="0"/>
              </a:rPr>
              <a:t>hypertermia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i-FI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Hypotermia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on elimistön normaalia alhaisempi lämpötila.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Elimistön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lämpötilan lasku on jo vaarallista 30-35°C:ssa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Akuutti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hypotermia syntyy veden varaan joutuneelle: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7220" lvl="2" indent="-342900" fontAlgn="base">
              <a:buFont typeface="Arial" panose="020B0604020202020204" pitchFamily="34" charset="0"/>
              <a:buChar char="•"/>
            </a:pPr>
            <a:r>
              <a:rPr lang="fi-FI" i="0" dirty="0">
                <a:latin typeface="Arial" panose="020B0604020202020204" pitchFamily="34" charset="0"/>
                <a:cs typeface="Arial" panose="020B0604020202020204" pitchFamily="34" charset="0"/>
              </a:rPr>
              <a:t>(5°C vedessä 1 tunnissa, 10°C vedessä 2 tunnissa, 15°C 3-6 tunnissa)</a:t>
            </a:r>
            <a:endParaRPr lang="fi-FI" sz="6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Hypotermiaa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edistävät mm.: tuuli, kosteus, väsymys, nälkä, alkoholi &amp; huono yleiskunto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i-FI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Hyp</a:t>
            </a:r>
            <a:r>
              <a:rPr lang="fi-FI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lang="fi-FI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termia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: elimistön liian korkea lämpötila.</a:t>
            </a:r>
            <a:endParaRPr lang="fi-FI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2223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Lämpö- ja kylmähoito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Ihon 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pintaa lämmitetään lämpölamppujen tai lämpöpakkausten avulla -&gt; lämpö siirtyy kudokseen.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fi-FI" dirty="0" smtClean="0">
                <a:latin typeface="Arial" panose="020B0604020202020204" pitchFamily="34" charset="0"/>
                <a:cs typeface="Arial" panose="020B0604020202020204" pitchFamily="34" charset="0"/>
              </a:rPr>
              <a:t> Kylmähaude</a:t>
            </a:r>
            <a:r>
              <a:rPr lang="fi-FI" dirty="0">
                <a:latin typeface="Arial" panose="020B0604020202020204" pitchFamily="34" charset="0"/>
                <a:cs typeface="Arial" panose="020B0604020202020204" pitchFamily="34" charset="0"/>
              </a:rPr>
              <a:t>: Lämpö siirtyy lämpimästä kudoksesta kylmään hauteeseen -&gt; turvotus vähenee.</a:t>
            </a:r>
          </a:p>
          <a:p>
            <a:endParaRPr lang="fi-FI" dirty="0"/>
          </a:p>
        </p:txBody>
      </p:sp>
      <p:pic>
        <p:nvPicPr>
          <p:cNvPr id="4100" name="Picture 4" descr="https://lh5.googleusercontent.com/lTFcssEOosDaqerL3LUTpP3lvS0VacLQCsJ9vAtnL5wnWpuZheiz1MlrMxeGAZKgAplCcEZsg96gINRsNvjM16O3UISlZjcHovWzM9M_69SlzqOQj7dWo7hN3__32Z2zV18u9SK-4aGYGgD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020" y="3727414"/>
            <a:ext cx="2715071" cy="247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88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TM10001114[[fn=Galleria]]</Template>
  <TotalTime>66</TotalTime>
  <Words>492</Words>
  <Application>Microsoft Office PowerPoint</Application>
  <PresentationFormat>Näytössä katseltava diaesitys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12</vt:i4>
      </vt:variant>
    </vt:vector>
  </HeadingPairs>
  <TitlesOfParts>
    <vt:vector size="15" baseType="lpstr">
      <vt:lpstr>Arial</vt:lpstr>
      <vt:lpstr>Calibri Light</vt:lpstr>
      <vt:lpstr>Metropolitan</vt:lpstr>
      <vt:lpstr>Lämpö</vt:lpstr>
      <vt:lpstr>Mitä lämpö on?</vt:lpstr>
      <vt:lpstr>Olomuodon muutokset</vt:lpstr>
      <vt:lpstr>Lämpö ja ihminen  </vt:lpstr>
      <vt:lpstr>Lämmön siirtyminen  </vt:lpstr>
      <vt:lpstr>Lämmön siirtyminen: johtuminen  </vt:lpstr>
      <vt:lpstr>Lämmön siirtyminen: kulkeutuminen  </vt:lpstr>
      <vt:lpstr>Lämmön siirtyminen: säteileminen   </vt:lpstr>
      <vt:lpstr>Lämpötila</vt:lpstr>
      <vt:lpstr>Kuume</vt:lpstr>
      <vt:lpstr>Hypotermia ja hypertermia  </vt:lpstr>
      <vt:lpstr>Lämpö- ja kylmähoito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Kemia</dc:title>
  <dc:creator>Ksenia</dc:creator>
  <cp:lastModifiedBy>Ksenia Kukkonen</cp:lastModifiedBy>
  <cp:revision>170</cp:revision>
  <dcterms:created xsi:type="dcterms:W3CDTF">2020-08-18T08:32:13Z</dcterms:created>
  <dcterms:modified xsi:type="dcterms:W3CDTF">2022-10-11T10:55:36Z</dcterms:modified>
</cp:coreProperties>
</file>